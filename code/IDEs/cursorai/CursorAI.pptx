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09"/>
  </p:normalViewPr>
  <p:slideViewPr>
    <p:cSldViewPr snapToGrid="0">
      <p:cViewPr varScale="1">
        <p:scale>
          <a:sx n="223" d="100"/>
          <a:sy n="223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7D11-F645-B3E9-E4D8-425444B3B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1DAA4-4374-CF9D-9634-B084DF4BE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FCE7E-338E-23D5-121F-6C0C8FAD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040A3-5A7A-80C0-C40D-D9F79BB6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2758A-2859-F65E-7D74-31E850D3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149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BF54-33D5-871B-799B-9B9C9DFC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F9C73-F225-E659-1052-8AE2C117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3CCF5-349C-5A87-4523-DF17E4B3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F0C66-D14F-5BCC-6528-89793356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8E44D-B3AD-1308-6142-BF582925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35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AD25-15BD-3553-C9F9-C53DDFCE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685D-20B6-2825-00FC-DB017117D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D03E-BC90-E054-C55A-AA956C74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5330-BFDD-60D4-BC97-61F845F2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C0E6D-155E-0500-7537-044E66E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557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6643-186E-CA5D-9EF1-8BDE85DC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D715-A977-B11E-C9EF-10890B165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15221-12F1-028E-B51C-AD60E9E0B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2DBB9-20AE-9C77-490B-A62C8ABF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AD362-140C-0F2A-D7F9-9354DED1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75039-AE8A-AC8F-9CB0-C13CA502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827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C1A2-13FD-728A-AF95-C691FEC0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A2051-80ED-8438-5EB5-02C4AFC9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DD570-D4FC-B1E7-A675-D626D3BD6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69CF6-CA33-C2A1-9E7C-AB95C89FC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4EE00-3D1C-1470-997D-E83DB9135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9FD10F-4AD1-B120-0BEC-CB40D892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62A5A-F311-32E9-CDB4-F338AAA3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7E554-01BC-EFF1-4FC3-45F05687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727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3CB2-B303-2355-8548-599B49F4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AECD6-9E4D-6286-7602-9CA09F3E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8DA13-CF7F-DC32-49B7-39A82E3E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861A7-F12B-3F72-D779-DCF814B3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067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4887A-7B4C-98AC-6026-9917C1A7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CC5BA-38A6-C485-DED3-BD17BD2D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D364B-C5D9-3ADC-1A48-BCE2A3C4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60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380E-7D06-0895-12A7-DB082BB3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0525-B9BA-99D9-8F31-E9FCDA5B9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A2BDA-7529-7251-1E88-1F8EE9B76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D43F0-E54A-2DCB-2C1E-1DAB9976C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AA820-A2B6-ED0F-0DC6-13C9739C8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B5BEC-CAE3-D3B0-CB51-A1CA7B9D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451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063B-2F2F-F25C-089F-B370AFBD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08E0E4-8475-9D6A-FC35-486A68FEF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40E28-99BA-5316-7CC7-51588F9AC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0B3DC-B836-9E35-6C23-8B043657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8E287-FD50-57C0-2953-8641B1F6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A41CB-314D-038D-18C8-8598465A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372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0C93-7F05-AA83-7CDA-908B77AB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F1612-B726-A498-AB66-1A3318FBE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46AB1-F3F1-D69D-3E09-022DE71B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B6B6F-3768-8A4A-4259-B81487D2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A163F-E6EC-36F2-450D-46DE4408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167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7D1878-5BA0-DFFB-5E94-B6CCF6EB8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1D56F-88F3-E354-BB0D-99940CD4D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F629E-A60D-F5D9-476D-645A72C6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A63DE-F9E6-DDB2-25BD-2B66DFA7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C4577-EE62-3631-FD4B-EC61A57B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3674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F4786-691A-7D26-EECB-F6D3C30F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39197-2787-0572-D3C1-91A8CE350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A5603-A1E8-5E74-C484-236F5E66F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18C22-487A-D149-8FD3-5D4A3947A74F}" type="datetimeFigureOut">
              <a:rPr lang="en-IL" smtClean="0"/>
              <a:t>10/02/2025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95D6B-3511-772F-69F0-43F0E96FF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A207-E448-D0F6-298A-FFF4FD621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66B28-A5E9-424D-A3D1-FA67CBBDDB6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400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ursor.s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wrk.com/cursor-ai-features" TargetMode="External"/><Relationship Id="rId2" Type="http://schemas.openxmlformats.org/officeDocument/2006/relationships/hyperlink" Target="https://docs.google.com/document/d/1W0t28VgCnX5sW2PgrITs94rexheNC_4kj7bDOqWtmn0/edit?tab=t.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1D44C-CA21-0612-84F3-4F4CC67226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449" b="700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46CA72-5C09-92DE-2652-331178889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Cursor AI: Supercharging Your Code</a:t>
            </a:r>
            <a:endParaRPr lang="en-IL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413C4-6495-3644-2C18-8AA56D678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 You're already using Copilot, which is great. But what if you could have a coding assistant that understands your </a:t>
            </a:r>
            <a:r>
              <a:rPr lang="en-US" sz="1100" b="0" i="1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entire</a:t>
            </a:r>
            <a:r>
              <a:rPr lang="en-US" sz="1100" b="0" i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 codebase, debugs with context, and even runs locally? That's Cursor.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FFFFFF"/>
                </a:solidFill>
                <a:latin typeface="Helvetica Neue" panose="02000503000000020004" pitchFamily="2" charset="0"/>
              </a:rPr>
              <a:t> </a:t>
            </a:r>
            <a:r>
              <a:rPr lang="en-US" sz="1100" b="0" i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We're going to cover setup, key features, and how to integrate it with your existing workflow, including both cloud and </a:t>
            </a:r>
            <a:r>
              <a:rPr lang="en-US" sz="1100" b="0" i="1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local</a:t>
            </a:r>
            <a:r>
              <a:rPr lang="en-US" sz="1100" b="0" i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 LLMs.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FFFFFF"/>
                </a:solidFill>
                <a:latin typeface="Helvetica Neue" panose="02000503000000020004" pitchFamily="2" charset="0"/>
              </a:rPr>
              <a:t> </a:t>
            </a:r>
            <a:r>
              <a:rPr lang="en-US" sz="1100" b="0" i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This is all about practical, hands-on tips."</a:t>
            </a:r>
          </a:p>
          <a:p>
            <a:endParaRPr lang="en-IL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283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5E00-6C43-F83F-02C7-56B89EDE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Setup and Installation - Getting Started Quickly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019C-0147-6CE0-0DBA-D018DA467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First, download Cursor from </a:t>
            </a:r>
            <a:r>
              <a:rPr lang="en-US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2"/>
              </a:rPr>
              <a:t>cursor.sh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. It's a separate editor, built on VS Code, so the interface will feel familiar.</a:t>
            </a:r>
          </a:p>
          <a:p>
            <a:r>
              <a:rPr 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Or use brew: brew install --cask cursor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You can install your favorite VS Code extensions, including the ones you use for your specific language.</a:t>
            </a:r>
          </a:p>
          <a:p>
            <a:r>
              <a:rPr 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Basically same keyboard shortcuts as </a:t>
            </a:r>
            <a:r>
              <a:rPr lang="en-US" dirty="0" err="1">
                <a:solidFill>
                  <a:srgbClr val="333333"/>
                </a:solidFill>
                <a:latin typeface="Helvetica Neue" panose="02000503000000020004" pitchFamily="2" charset="0"/>
              </a:rPr>
              <a:t>vscode</a:t>
            </a:r>
            <a:endParaRPr lang="en-US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Demo: open </a:t>
            </a:r>
            <a:r>
              <a:rPr lang="en-US" dirty="0" err="1">
                <a:solidFill>
                  <a:srgbClr val="333333"/>
                </a:solidFill>
                <a:latin typeface="Helvetica Neue" panose="02000503000000020004" pitchFamily="2" charset="0"/>
              </a:rPr>
              <a:t>todo</a:t>
            </a:r>
            <a:r>
              <a:rPr 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 app project, </a:t>
            </a:r>
            <a:r>
              <a:rPr lang="en-US" dirty="0">
                <a:solidFill>
                  <a:srgbClr val="FFFA73"/>
                </a:solidFill>
                <a:effectLst/>
                <a:latin typeface="Menlo" panose="020B0609030804020204" pitchFamily="49" charset="0"/>
              </a:rPr>
              <a:t>~/work/code/IDEs/</a:t>
            </a:r>
            <a:r>
              <a:rPr lang="en-US" dirty="0" err="1">
                <a:solidFill>
                  <a:srgbClr val="FFFA73"/>
                </a:solidFill>
                <a:effectLst/>
                <a:latin typeface="Menlo" panose="020B0609030804020204" pitchFamily="49" charset="0"/>
              </a:rPr>
              <a:t>cursorai</a:t>
            </a:r>
            <a:r>
              <a:rPr lang="en-US" dirty="0">
                <a:solidFill>
                  <a:srgbClr val="FFFA73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dirty="0" err="1">
                <a:solidFill>
                  <a:srgbClr val="FFFA73"/>
                </a:solidFill>
                <a:effectLst/>
                <a:latin typeface="Menlo" panose="020B0609030804020204" pitchFamily="49" charset="0"/>
              </a:rPr>
              <a:t>todo</a:t>
            </a:r>
            <a:r>
              <a:rPr lang="en-US" dirty="0">
                <a:solidFill>
                  <a:srgbClr val="FFFA73"/>
                </a:solidFill>
                <a:effectLst/>
                <a:latin typeface="Menlo" panose="020B0609030804020204" pitchFamily="49" charset="0"/>
              </a:rPr>
              <a:t>-app:]2017$ cursor 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3465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487F4-EDFC-D5D2-D58F-A69A1E17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en-US" sz="4000"/>
              <a:t>D</a:t>
            </a:r>
            <a:r>
              <a:rPr lang="en-IL" sz="4000"/>
              <a:t>emo slide – chat about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CC1A-CC03-8CC1-9F64-20CA11B10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5981278" cy="3690551"/>
          </a:xfrm>
        </p:spPr>
        <p:txBody>
          <a:bodyPr>
            <a:normAutofit/>
          </a:bodyPr>
          <a:lstStyle/>
          <a:p>
            <a:r>
              <a:rPr lang="en-US" sz="2000" dirty="0" err="1"/>
              <a:t>Cmd</a:t>
            </a:r>
            <a:r>
              <a:rPr lang="en-US" sz="2000" dirty="0"/>
              <a:t> + enter – scan project</a:t>
            </a:r>
          </a:p>
          <a:p>
            <a:r>
              <a:rPr lang="en-US" sz="2000" dirty="0" err="1"/>
              <a:t>Alt+cmd+b</a:t>
            </a:r>
            <a:r>
              <a:rPr lang="en-US" sz="2000" dirty="0"/>
              <a:t> - O</a:t>
            </a:r>
            <a:r>
              <a:rPr lang="en-IL" sz="2000" dirty="0"/>
              <a:t>pen AI panel </a:t>
            </a:r>
          </a:p>
          <a:p>
            <a:r>
              <a:rPr lang="en-US" sz="2000" dirty="0"/>
              <a:t>A</a:t>
            </a:r>
            <a:r>
              <a:rPr lang="en-IL" sz="2000" dirty="0"/>
              <a:t>sk about project in chat pannel</a:t>
            </a:r>
          </a:p>
          <a:p>
            <a:r>
              <a:rPr lang="en-US" sz="2000" dirty="0"/>
              <a:t>D</a:t>
            </a:r>
            <a:r>
              <a:rPr lang="en-IL" sz="2000" dirty="0"/>
              <a:t>emo full function auto complete</a:t>
            </a:r>
          </a:p>
          <a:p>
            <a:endParaRPr lang="en-IL" sz="2000" dirty="0"/>
          </a:p>
          <a:p>
            <a:endParaRPr lang="en-IL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F75E5-DA45-84B5-431C-5E22BAFE7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524" y="396410"/>
            <a:ext cx="4810874" cy="2176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2ED8F5-5127-3278-63E7-C652BDAD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162" y="2961503"/>
            <a:ext cx="2885588" cy="31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4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FE773-DE5B-B378-5D74-52D92D5D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L" sz="4800"/>
              <a:t>Why choose over co-pilot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ADBD3-24E2-AD65-BD09-EDFE7AB68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700" dirty="0"/>
              <a:t>Full comparison: </a:t>
            </a:r>
            <a:r>
              <a:rPr lang="en-US" sz="1700" dirty="0">
                <a:hlinkClick r:id="rId2"/>
              </a:rPr>
              <a:t>https://docs.google.com/document/d/1W0t28VgCnX5sW2PgrITs94rexheNC_4kj7bDOqWtmn0/edit?tab=t.0</a:t>
            </a:r>
            <a:endParaRPr lang="en-US" sz="1700" dirty="0"/>
          </a:p>
          <a:p>
            <a:r>
              <a:rPr lang="en-US" sz="1700" dirty="0"/>
              <a:t>Better autocomplete scope suggest whole functions </a:t>
            </a:r>
            <a:r>
              <a:rPr lang="en-US" sz="1700" dirty="0" err="1"/>
              <a:t>etc</a:t>
            </a:r>
            <a:r>
              <a:rPr lang="en-US" sz="1700" dirty="0"/>
              <a:t> – learn more at </a:t>
            </a:r>
            <a:r>
              <a:rPr lang="en-US" sz="1700" dirty="0">
                <a:hlinkClick r:id="rId3"/>
              </a:rPr>
              <a:t>https://appwrk.com/cursor-ai-features</a:t>
            </a:r>
            <a:endParaRPr lang="en-US" sz="1700" dirty="0"/>
          </a:p>
          <a:p>
            <a:r>
              <a:rPr lang="en-US" sz="1700" dirty="0"/>
              <a:t>Custom LLM Architecture: Allowing Long-context processing and </a:t>
            </a:r>
            <a:r>
              <a:rPr lang="en-US" sz="1700" dirty="0" err="1"/>
              <a:t>MoE</a:t>
            </a:r>
            <a:r>
              <a:rPr lang="en-US" sz="1700" dirty="0"/>
              <a:t> (Mixture of Experts), e.g. react expert, DB expert </a:t>
            </a:r>
            <a:r>
              <a:rPr lang="en-US" sz="1700" dirty="0" err="1"/>
              <a:t>etc</a:t>
            </a:r>
            <a:r>
              <a:rPr lang="en-US" sz="1700" dirty="0"/>
              <a:t> all work together</a:t>
            </a:r>
          </a:p>
          <a:p>
            <a:r>
              <a:rPr lang="en-US" sz="1700" dirty="0"/>
              <a:t>Diff-Aware Predictions – suggest predicted next code block as diff</a:t>
            </a:r>
          </a:p>
          <a:p>
            <a:r>
              <a:rPr lang="en-US" sz="1700" dirty="0"/>
              <a:t>Predictive Editing – predict the highest probability next change and offer it (tab to complete) – learn more at https://</a:t>
            </a:r>
            <a:r>
              <a:rPr lang="en-US" sz="1700" dirty="0" err="1"/>
              <a:t>carlrannaberg.medium.com</a:t>
            </a:r>
            <a:r>
              <a:rPr lang="en-US" sz="1700" dirty="0"/>
              <a:t>/cursor-ai-its-not-another-vscode-fork-5-key-features-that-set-it-apart-fa6c9be534dd</a:t>
            </a:r>
          </a:p>
          <a:p>
            <a:br>
              <a:rPr lang="en-US" sz="1700" dirty="0"/>
            </a:br>
            <a:endParaRPr lang="en-US" sz="1700" dirty="0"/>
          </a:p>
          <a:p>
            <a:endParaRPr lang="en-IL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3844F-C745-A88D-24B1-9F4B8747B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32" y="2661100"/>
            <a:ext cx="5150277" cy="3360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EF660-DCCA-5FF0-705A-A510900C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0B6E8-0785-4188-C3AE-369AC3D7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r>
              <a:rPr lang="en-IL" sz="3600">
                <a:solidFill>
                  <a:schemeClr val="tx2"/>
                </a:solidFill>
              </a:rPr>
              <a:t>Why choose over co-pilot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3806-8887-6D29-4766-84B7F28C7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Full file and or project generation based on text description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Example: demo</a:t>
            </a:r>
          </a:p>
          <a:p>
            <a:r>
              <a:rPr lang="en-US" sz="1800" dirty="0">
                <a:solidFill>
                  <a:schemeClr val="tx2"/>
                </a:solidFill>
              </a:rPr>
              <a:t>Learn more: https://</a:t>
            </a:r>
            <a:r>
              <a:rPr lang="en-US" sz="1800" dirty="0" err="1">
                <a:solidFill>
                  <a:schemeClr val="tx2"/>
                </a:solidFill>
              </a:rPr>
              <a:t>www.google.com</a:t>
            </a:r>
            <a:r>
              <a:rPr lang="en-US" sz="1800" dirty="0">
                <a:solidFill>
                  <a:schemeClr val="tx2"/>
                </a:solidFill>
              </a:rPr>
              <a:t>/</a:t>
            </a:r>
            <a:r>
              <a:rPr lang="en-US" sz="1800" dirty="0" err="1">
                <a:solidFill>
                  <a:schemeClr val="tx2"/>
                </a:solidFill>
              </a:rPr>
              <a:t>search?q</a:t>
            </a:r>
            <a:r>
              <a:rPr lang="en-US" sz="1800" dirty="0">
                <a:solidFill>
                  <a:schemeClr val="tx2"/>
                </a:solidFill>
              </a:rPr>
              <a:t>=</a:t>
            </a:r>
            <a:r>
              <a:rPr lang="en-US" sz="1800" dirty="0" err="1">
                <a:solidFill>
                  <a:schemeClr val="tx2"/>
                </a:solidFill>
              </a:rPr>
              <a:t>cursor+ai+Multi-File+Editing+and+Application+Generation&amp;oq</a:t>
            </a:r>
            <a:r>
              <a:rPr lang="en-US" sz="1800" dirty="0">
                <a:solidFill>
                  <a:schemeClr val="tx2"/>
                </a:solidFill>
              </a:rPr>
              <a:t>=</a:t>
            </a:r>
            <a:r>
              <a:rPr lang="en-US" sz="1800" dirty="0" err="1">
                <a:solidFill>
                  <a:schemeClr val="tx2"/>
                </a:solidFill>
              </a:rPr>
              <a:t>cursor+ai+Multi-File+Editing+and+Application+Generation&amp;gs_lcrp</a:t>
            </a:r>
            <a:r>
              <a:rPr lang="en-US" sz="1800" dirty="0">
                <a:solidFill>
                  <a:schemeClr val="tx2"/>
                </a:solidFill>
              </a:rPr>
              <a:t>=EgZjaHJvbWUyBggAEEUYOTIHCAEQIRigAdIBCDM4NDhqMGo0qAIAsAIB&amp;sourceid=</a:t>
            </a:r>
            <a:r>
              <a:rPr lang="en-US" sz="1800" dirty="0" err="1">
                <a:solidFill>
                  <a:schemeClr val="tx2"/>
                </a:solidFill>
              </a:rPr>
              <a:t>chrome&amp;ie</a:t>
            </a:r>
            <a:r>
              <a:rPr lang="en-US" sz="1800" dirty="0">
                <a:solidFill>
                  <a:schemeClr val="tx2"/>
                </a:solidFill>
              </a:rPr>
              <a:t>=UTF-8#fpstate=</a:t>
            </a:r>
            <a:r>
              <a:rPr lang="en-US" sz="1800" dirty="0" err="1">
                <a:solidFill>
                  <a:schemeClr val="tx2"/>
                </a:solidFill>
              </a:rPr>
              <a:t>ive&amp;vld</a:t>
            </a:r>
            <a:r>
              <a:rPr lang="en-US" sz="1800" dirty="0">
                <a:solidFill>
                  <a:schemeClr val="tx2"/>
                </a:solidFill>
              </a:rPr>
              <a:t>=cid:7b65c207,vid:y_P4rBQXk0M,st:0</a:t>
            </a:r>
            <a:br>
              <a:rPr lang="en-US" sz="1800" dirty="0">
                <a:solidFill>
                  <a:schemeClr val="tx2"/>
                </a:solidFill>
              </a:rPr>
            </a:br>
            <a:endParaRPr lang="en-US" sz="1800" dirty="0">
              <a:solidFill>
                <a:schemeClr val="tx2"/>
              </a:solidFill>
            </a:endParaRPr>
          </a:p>
          <a:p>
            <a:endParaRPr lang="en-IL" sz="1800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ED6B1A-0F3C-1EF6-9A69-5F892D7E3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90" y="3364198"/>
            <a:ext cx="4400777" cy="2695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C2502-F5BE-F6C4-E87A-5B06B8C73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641" y="4382581"/>
            <a:ext cx="5166360" cy="65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30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417</Words>
  <Application>Microsoft Macintosh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Helvetica Neue</vt:lpstr>
      <vt:lpstr>Menlo</vt:lpstr>
      <vt:lpstr>Office Theme</vt:lpstr>
      <vt:lpstr>Cursor AI: Supercharging Your Code</vt:lpstr>
      <vt:lpstr>Setup and Installation - Getting Started Quickly</vt:lpstr>
      <vt:lpstr>Demo slide – chat about project</vt:lpstr>
      <vt:lpstr>Why choose over co-pilot</vt:lpstr>
      <vt:lpstr>Why choose over co-pilot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Yosi Izaq</dc:creator>
  <cp:lastModifiedBy>Yosi Izaq</cp:lastModifiedBy>
  <cp:revision>3</cp:revision>
  <dcterms:created xsi:type="dcterms:W3CDTF">2025-02-10T16:48:17Z</dcterms:created>
  <dcterms:modified xsi:type="dcterms:W3CDTF">2025-02-11T17:38:30Z</dcterms:modified>
</cp:coreProperties>
</file>