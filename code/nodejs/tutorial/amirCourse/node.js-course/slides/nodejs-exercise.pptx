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8"/>
  </p:notesMasterIdLst>
  <p:handoutMasterIdLst>
    <p:handoutMasterId r:id="rId9"/>
  </p:handoutMasterIdLst>
  <p:sldIdLst>
    <p:sldId id="256" r:id="rId3"/>
    <p:sldId id="322" r:id="rId4"/>
    <p:sldId id="325" r:id="rId5"/>
    <p:sldId id="324" r:id="rId6"/>
    <p:sldId id="277" r:id="rId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86" autoAdjust="0"/>
    <p:restoredTop sz="94660"/>
  </p:normalViewPr>
  <p:slideViewPr>
    <p:cSldViewPr showGuides="1">
      <p:cViewPr varScale="1">
        <p:scale>
          <a:sx n="112" d="100"/>
          <a:sy n="112" d="100"/>
        </p:scale>
        <p:origin x="1136" y="19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11/14/17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11/14/17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11/14/17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11/14/17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>
              <a:defRPr sz="5400" b="1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11/14/17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11/14/17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11/14/17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11/14/17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11/14/17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11/14/17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11/14/17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11/14/17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E0FA9E5-6744-4841-888F-9E7CC0C2B7EC}" type="datetimeFigureOut">
              <a:rPr lang="en-US"/>
              <a:pPr/>
              <a:t>11/14/17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AEAE4A8-A6E5-453E-B946-FB774B73F48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medium.com/@Abazhenov/using-async-await-in-express-with-node-8-b8af872c0016" TargetMode="External"/><Relationship Id="rId3" Type="http://schemas.openxmlformats.org/officeDocument/2006/relationships/hyperlink" Target="https://medium.com/@zurfyx/building-a-scalable-node-js-express-app-1be1a7134cfd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6613374" cy="2514601"/>
          </a:xfrm>
        </p:spPr>
        <p:txBody>
          <a:bodyPr/>
          <a:lstStyle/>
          <a:p>
            <a:r>
              <a:rPr lang="en-US" dirty="0"/>
              <a:t>Node JS – </a:t>
            </a:r>
            <a:r>
              <a:rPr lang="en-US" dirty="0" smtClean="0"/>
              <a:t>Exercise</a:t>
            </a:r>
            <a:r>
              <a:rPr lang="en-US" dirty="0"/>
              <a:t/>
            </a:r>
            <a:br>
              <a:rPr lang="en-US" dirty="0"/>
            </a:b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6973416" cy="1397000"/>
          </a:xfrm>
        </p:spPr>
        <p:txBody>
          <a:bodyPr>
            <a:normAutofit/>
          </a:bodyPr>
          <a:lstStyle/>
          <a:p>
            <a:r>
              <a:rPr lang="en-US" dirty="0"/>
              <a:t>Amir Yahalom, SAP.</a:t>
            </a:r>
          </a:p>
        </p:txBody>
      </p:sp>
    </p:spTree>
    <p:extLst>
      <p:ext uri="{BB962C8B-B14F-4D97-AF65-F5344CB8AC3E}">
        <p14:creationId xmlns:p14="http://schemas.microsoft.com/office/powerpoint/2010/main" val="149325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10213776" cy="4768552"/>
          </a:xfrm>
        </p:spPr>
        <p:txBody>
          <a:bodyPr>
            <a:normAutofit/>
          </a:bodyPr>
          <a:lstStyle/>
          <a:p>
            <a:r>
              <a:rPr lang="en-US" dirty="0" smtClean="0"/>
              <a:t>Create an HTTP </a:t>
            </a:r>
            <a:r>
              <a:rPr lang="en-US" dirty="0" err="1" smtClean="0"/>
              <a:t>api</a:t>
            </a:r>
            <a:r>
              <a:rPr lang="en-US" dirty="0" smtClean="0"/>
              <a:t> (express) to manage watchers on directories</a:t>
            </a:r>
          </a:p>
          <a:p>
            <a:r>
              <a:rPr lang="en-US" dirty="0" smtClean="0"/>
              <a:t>Write logs of the change events into /logs/&lt;</a:t>
            </a:r>
            <a:r>
              <a:rPr lang="en-US" dirty="0" err="1" smtClean="0"/>
              <a:t>dir</a:t>
            </a:r>
            <a:r>
              <a:rPr lang="en-US" dirty="0" smtClean="0"/>
              <a:t>&gt;.log</a:t>
            </a:r>
          </a:p>
          <a:p>
            <a:pPr lvl="1"/>
            <a:r>
              <a:rPr lang="en-US" dirty="0" smtClean="0"/>
              <a:t>For each directory, create a separate file</a:t>
            </a:r>
          </a:p>
          <a:p>
            <a:pPr lvl="1"/>
            <a:r>
              <a:rPr lang="en-US" dirty="0" smtClean="0"/>
              <a:t>Those files content should be API readable (see API details in next slides)</a:t>
            </a:r>
          </a:p>
          <a:p>
            <a:pPr lvl="1"/>
            <a:r>
              <a:rPr lang="en-US" dirty="0" smtClean="0"/>
              <a:t>Log entry: &lt;timestamp&gt; &lt;filename&gt;</a:t>
            </a:r>
          </a:p>
          <a:p>
            <a:r>
              <a:rPr lang="en-US" dirty="0" smtClean="0"/>
              <a:t>Write logs into the console as well</a:t>
            </a:r>
          </a:p>
          <a:p>
            <a:pPr lvl="1"/>
            <a:r>
              <a:rPr lang="en-US" dirty="0" smtClean="0"/>
              <a:t>Log entry:  &lt;</a:t>
            </a:r>
            <a:r>
              <a:rPr lang="en-US" dirty="0" err="1" smtClean="0"/>
              <a:t>dir</a:t>
            </a:r>
            <a:r>
              <a:rPr lang="en-US" dirty="0" smtClean="0"/>
              <a:t>&gt; </a:t>
            </a:r>
            <a:r>
              <a:rPr lang="en-US" dirty="0"/>
              <a:t>&lt;</a:t>
            </a:r>
            <a:r>
              <a:rPr lang="en-US" dirty="0" err="1" smtClean="0"/>
              <a:t>HHmm</a:t>
            </a:r>
            <a:r>
              <a:rPr lang="en-US" dirty="0" smtClean="0"/>
              <a:t>&gt; &lt;</a:t>
            </a:r>
            <a:r>
              <a:rPr lang="en-US" dirty="0"/>
              <a:t>timestamp&gt; &lt;filename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NOTE: use </a:t>
            </a:r>
            <a:r>
              <a:rPr lang="en-US" dirty="0"/>
              <a:t>es6 </a:t>
            </a:r>
            <a:r>
              <a:rPr lang="en-US" dirty="0" smtClean="0"/>
              <a:t>exercise, and c</a:t>
            </a:r>
            <a:r>
              <a:rPr lang="en-US" dirty="0"/>
              <a:t>hange code according to the </a:t>
            </a:r>
            <a:r>
              <a:rPr lang="en-US" dirty="0" smtClean="0"/>
              <a:t>requirements</a:t>
            </a:r>
          </a:p>
          <a:p>
            <a:pPr lvl="1"/>
            <a:r>
              <a:rPr lang="en-US" dirty="0" smtClean="0"/>
              <a:t>Log entry === </a:t>
            </a:r>
            <a:r>
              <a:rPr lang="en-US" dirty="0" err="1" smtClean="0"/>
              <a:t>DirsWatcher.Event</a:t>
            </a:r>
            <a:r>
              <a:rPr lang="en-US" dirty="0" smtClean="0"/>
              <a:t> </a:t>
            </a:r>
            <a:r>
              <a:rPr lang="en-US" dirty="0" smtClean="0">
                <a:sym typeface="Wingdings"/>
              </a:rPr>
              <a:t> change class to support all properties like ”timestamp”</a:t>
            </a:r>
          </a:p>
          <a:p>
            <a:pPr lvl="1"/>
            <a:r>
              <a:rPr lang="en-US" dirty="0" smtClean="0">
                <a:sym typeface="Wingdings"/>
              </a:rPr>
              <a:t>Use </a:t>
            </a:r>
            <a:r>
              <a:rPr lang="en-US" dirty="0" err="1" smtClean="0">
                <a:sym typeface="Wingdings"/>
              </a:rPr>
              <a:t>DirsWatcher</a:t>
            </a:r>
            <a:r>
              <a:rPr lang="en-US" dirty="0" smtClean="0">
                <a:sym typeface="Wingdings"/>
              </a:rPr>
              <a:t> as a </a:t>
            </a:r>
            <a:r>
              <a:rPr lang="en-US" b="1" dirty="0" smtClean="0">
                <a:sym typeface="Wingdings"/>
              </a:rPr>
              <a:t>DIFFERENT PACKAGE</a:t>
            </a:r>
            <a:r>
              <a:rPr lang="en-US" dirty="0" smtClean="0">
                <a:sym typeface="Wingdings"/>
              </a:rPr>
              <a:t>, use </a:t>
            </a:r>
            <a:r>
              <a:rPr lang="en-US" dirty="0" err="1" smtClean="0">
                <a:sym typeface="Wingdings"/>
              </a:rPr>
              <a:t>npm</a:t>
            </a:r>
            <a:r>
              <a:rPr lang="en-US" dirty="0" smtClean="0">
                <a:sym typeface="Wingdings"/>
              </a:rPr>
              <a:t> command: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108" y="6093296"/>
            <a:ext cx="35814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81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10213776" cy="4768552"/>
          </a:xfrm>
        </p:spPr>
        <p:txBody>
          <a:bodyPr>
            <a:normAutofit/>
          </a:bodyPr>
          <a:lstStyle/>
          <a:p>
            <a:r>
              <a:rPr lang="en-US" dirty="0" smtClean="0"/>
              <a:t>Add header to responses:</a:t>
            </a:r>
          </a:p>
          <a:p>
            <a:pPr lvl="1"/>
            <a:r>
              <a:rPr lang="en-US" dirty="0" smtClean="0"/>
              <a:t>Add middleware on “/watchers*” </a:t>
            </a:r>
            <a:r>
              <a:rPr lang="en-US" dirty="0" smtClean="0">
                <a:sym typeface="Wingdings"/>
              </a:rPr>
              <a:t> if request have “</a:t>
            </a:r>
            <a:r>
              <a:rPr lang="en-US" dirty="0" err="1" smtClean="0">
                <a:sym typeface="Wingdings"/>
              </a:rPr>
              <a:t>dir</a:t>
            </a:r>
            <a:r>
              <a:rPr lang="en-US" dirty="0" smtClean="0">
                <a:sym typeface="Wingdings"/>
              </a:rPr>
              <a:t>” </a:t>
            </a:r>
            <a:r>
              <a:rPr lang="en-US" dirty="0" smtClean="0"/>
              <a:t>query </a:t>
            </a:r>
            <a:r>
              <a:rPr lang="en-US" dirty="0" err="1" smtClean="0"/>
              <a:t>param</a:t>
            </a:r>
            <a:r>
              <a:rPr lang="en-US" dirty="0" smtClean="0"/>
              <a:t>, add http header: </a:t>
            </a:r>
            <a:br>
              <a:rPr lang="en-US" dirty="0" smtClean="0"/>
            </a:br>
            <a:r>
              <a:rPr lang="en-US" i="1" dirty="0" smtClean="0"/>
              <a:t>“x-</a:t>
            </a:r>
            <a:r>
              <a:rPr lang="en-US" i="1" dirty="0" err="1" smtClean="0"/>
              <a:t>dir</a:t>
            </a:r>
            <a:r>
              <a:rPr lang="en-US" i="1" dirty="0" smtClean="0"/>
              <a:t>”: “&lt;</a:t>
            </a:r>
            <a:r>
              <a:rPr lang="en-US" i="1" dirty="0" err="1" smtClean="0"/>
              <a:t>dirname</a:t>
            </a:r>
            <a:r>
              <a:rPr lang="en-US" i="1" dirty="0" smtClean="0"/>
              <a:t>&gt;”</a:t>
            </a:r>
          </a:p>
          <a:p>
            <a:pPr lvl="1"/>
            <a:r>
              <a:rPr lang="en-US" dirty="0" smtClean="0"/>
              <a:t>Write </a:t>
            </a:r>
            <a:r>
              <a:rPr lang="en-US" dirty="0"/>
              <a:t>a generic middleware, </a:t>
            </a:r>
            <a:r>
              <a:rPr lang="en-US" dirty="0" smtClean="0"/>
              <a:t>which accepts additional query </a:t>
            </a:r>
            <a:r>
              <a:rPr lang="en-US" dirty="0" err="1" smtClean="0"/>
              <a:t>params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i="1" dirty="0" err="1" smtClean="0"/>
              <a:t>app.use</a:t>
            </a:r>
            <a:r>
              <a:rPr lang="en-US" i="1" dirty="0" smtClean="0"/>
              <a:t>(</a:t>
            </a:r>
            <a:r>
              <a:rPr lang="en-US" i="1" dirty="0" err="1" smtClean="0"/>
              <a:t>queryToHeader</a:t>
            </a:r>
            <a:r>
              <a:rPr lang="en-US" i="1" dirty="0" smtClean="0"/>
              <a:t>([“</a:t>
            </a:r>
            <a:r>
              <a:rPr lang="en-US" i="1" dirty="0" err="1" smtClean="0"/>
              <a:t>dir</a:t>
            </a:r>
            <a:r>
              <a:rPr lang="en-US" i="1" dirty="0" smtClean="0"/>
              <a:t>”, “</a:t>
            </a:r>
            <a:r>
              <a:rPr lang="mr-IN" i="1" dirty="0" smtClean="0"/>
              <a:t>…</a:t>
            </a:r>
            <a:r>
              <a:rPr lang="en-US" i="1" dirty="0" smtClean="0"/>
              <a:t>”, ”</a:t>
            </a:r>
            <a:r>
              <a:rPr lang="mr-IN" i="1" dirty="0" smtClean="0"/>
              <a:t>…</a:t>
            </a:r>
            <a:r>
              <a:rPr lang="en-US" i="1" dirty="0" smtClean="0"/>
              <a:t>”]))</a:t>
            </a:r>
          </a:p>
          <a:p>
            <a:r>
              <a:rPr lang="en-US" dirty="0" smtClean="0"/>
              <a:t>Use passport as authentication layer</a:t>
            </a:r>
          </a:p>
          <a:p>
            <a:pPr lvl="1"/>
            <a:r>
              <a:rPr lang="en-US" dirty="0"/>
              <a:t>r</a:t>
            </a:r>
            <a:r>
              <a:rPr lang="en-US" dirty="0" smtClean="0"/>
              <a:t>ead available admins </a:t>
            </a:r>
            <a:r>
              <a:rPr lang="en-US" dirty="0"/>
              <a:t>from /data/</a:t>
            </a:r>
            <a:r>
              <a:rPr lang="en-US" dirty="0" err="1"/>
              <a:t>admins.json</a:t>
            </a:r>
            <a:endParaRPr lang="en-US" dirty="0"/>
          </a:p>
          <a:p>
            <a:r>
              <a:rPr lang="en-US" dirty="0" smtClean="0"/>
              <a:t>Use </a:t>
            </a:r>
            <a:r>
              <a:rPr lang="en-US" dirty="0" err="1" smtClean="0"/>
              <a:t>async</a:t>
            </a:r>
            <a:r>
              <a:rPr lang="en-US" dirty="0" smtClean="0"/>
              <a:t>/await on </a:t>
            </a:r>
            <a:r>
              <a:rPr lang="en-US" dirty="0" err="1" smtClean="0"/>
              <a:t>async</a:t>
            </a:r>
            <a:r>
              <a:rPr lang="en-US" dirty="0" smtClean="0"/>
              <a:t> flow</a:t>
            </a:r>
          </a:p>
          <a:p>
            <a:pPr lvl="1"/>
            <a:r>
              <a:rPr lang="en-US" dirty="0" smtClean="0"/>
              <a:t>Use a factory method to wrap each express handler (</a:t>
            </a:r>
            <a:r>
              <a:rPr lang="en-US" dirty="0" smtClean="0">
                <a:hlinkClick r:id="rId2"/>
              </a:rPr>
              <a:t>example</a:t>
            </a:r>
            <a:r>
              <a:rPr lang="en-US" dirty="0" smtClean="0"/>
              <a:t>)</a:t>
            </a:r>
          </a:p>
          <a:p>
            <a:r>
              <a:rPr lang="en-US" dirty="0" smtClean="0"/>
              <a:t>Follow architectural guidelines from </a:t>
            </a:r>
            <a:r>
              <a:rPr lang="en-US" dirty="0" smtClean="0">
                <a:hlinkClick r:id="rId3"/>
              </a:rPr>
              <a:t>this article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86846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1 </a:t>
            </a:r>
            <a:r>
              <a:rPr lang="mr-IN" dirty="0" smtClean="0"/>
              <a:t>–</a:t>
            </a:r>
            <a:r>
              <a:rPr lang="en-US" dirty="0" smtClean="0"/>
              <a:t> HTTP 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10213776" cy="476855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Admin route - authentication with passport using local strategy</a:t>
            </a:r>
          </a:p>
          <a:p>
            <a:pPr lvl="1"/>
            <a:r>
              <a:rPr lang="en-US" dirty="0" smtClean="0"/>
              <a:t>POST /admin/login</a:t>
            </a:r>
          </a:p>
          <a:p>
            <a:pPr lvl="2"/>
            <a:r>
              <a:rPr lang="en-US" dirty="0" smtClean="0"/>
              <a:t>Payload</a:t>
            </a:r>
            <a:r>
              <a:rPr lang="en-US" dirty="0"/>
              <a:t>: </a:t>
            </a:r>
            <a:r>
              <a:rPr lang="en-US" dirty="0" smtClean="0"/>
              <a:t>{”username”: “</a:t>
            </a:r>
            <a:r>
              <a:rPr lang="mr-IN" dirty="0" smtClean="0"/>
              <a:t>…</a:t>
            </a:r>
            <a:r>
              <a:rPr lang="en-US" dirty="0" smtClean="0"/>
              <a:t>”, “password”: “</a:t>
            </a:r>
            <a:r>
              <a:rPr lang="mr-IN" dirty="0" smtClean="0"/>
              <a:t>…</a:t>
            </a:r>
            <a:r>
              <a:rPr lang="en-US" dirty="0" smtClean="0"/>
              <a:t>”}</a:t>
            </a:r>
            <a:endParaRPr lang="en-US" dirty="0"/>
          </a:p>
          <a:p>
            <a:pPr lvl="2"/>
            <a:r>
              <a:rPr lang="en-US" dirty="0"/>
              <a:t>Response: </a:t>
            </a:r>
            <a:r>
              <a:rPr lang="en-US" dirty="0" smtClean="0"/>
              <a:t>empty</a:t>
            </a:r>
            <a:endParaRPr lang="en-US" dirty="0"/>
          </a:p>
          <a:p>
            <a:pPr lvl="1"/>
            <a:r>
              <a:rPr lang="en-US" dirty="0"/>
              <a:t>POST /</a:t>
            </a:r>
            <a:r>
              <a:rPr lang="en-US" dirty="0" smtClean="0"/>
              <a:t>admin/logout</a:t>
            </a:r>
          </a:p>
          <a:p>
            <a:r>
              <a:rPr lang="en-US" dirty="0" smtClean="0"/>
              <a:t>Watcher route </a:t>
            </a:r>
            <a:r>
              <a:rPr lang="mr-IN" dirty="0" smtClean="0"/>
              <a:t>–</a:t>
            </a:r>
            <a:r>
              <a:rPr lang="en-US" dirty="0" smtClean="0"/>
              <a:t> must be authenticated admin in order to access</a:t>
            </a:r>
          </a:p>
          <a:p>
            <a:pPr lvl="1"/>
            <a:r>
              <a:rPr lang="en-US" dirty="0" smtClean="0"/>
              <a:t>POST /watchers/</a:t>
            </a:r>
            <a:r>
              <a:rPr lang="en-US" dirty="0" err="1" smtClean="0"/>
              <a:t>start?dir</a:t>
            </a:r>
            <a:r>
              <a:rPr lang="en-US" dirty="0" smtClean="0"/>
              <a:t>=&lt;</a:t>
            </a:r>
            <a:r>
              <a:rPr lang="en-US" dirty="0" err="1" smtClean="0"/>
              <a:t>dir</a:t>
            </a:r>
            <a:r>
              <a:rPr lang="en-US" dirty="0" smtClean="0"/>
              <a:t>&gt;</a:t>
            </a:r>
          </a:p>
          <a:p>
            <a:pPr lvl="2"/>
            <a:r>
              <a:rPr lang="en-US" dirty="0"/>
              <a:t>Payload: empty</a:t>
            </a:r>
          </a:p>
          <a:p>
            <a:pPr lvl="2"/>
            <a:r>
              <a:rPr lang="en-US" dirty="0" smtClean="0"/>
              <a:t>Response: {“</a:t>
            </a:r>
            <a:r>
              <a:rPr lang="en-US" dirty="0" err="1" smtClean="0"/>
              <a:t>startedOn</a:t>
            </a:r>
            <a:r>
              <a:rPr lang="en-US" dirty="0" smtClean="0"/>
              <a:t>”: &lt;timestamp&gt;}</a:t>
            </a:r>
          </a:p>
          <a:p>
            <a:pPr lvl="1"/>
            <a:r>
              <a:rPr lang="en-US" dirty="0"/>
              <a:t>POST</a:t>
            </a:r>
            <a:r>
              <a:rPr lang="en-US" dirty="0" smtClean="0"/>
              <a:t> /</a:t>
            </a:r>
            <a:r>
              <a:rPr lang="en-US" dirty="0"/>
              <a:t>watchers</a:t>
            </a:r>
            <a:r>
              <a:rPr lang="en-US" dirty="0" smtClean="0"/>
              <a:t>/</a:t>
            </a:r>
            <a:r>
              <a:rPr lang="en-US" dirty="0" err="1" smtClean="0"/>
              <a:t>stop?dir</a:t>
            </a:r>
            <a:r>
              <a:rPr lang="en-US" dirty="0" smtClean="0"/>
              <a:t>=&lt;</a:t>
            </a:r>
            <a:r>
              <a:rPr lang="en-US" dirty="0" err="1"/>
              <a:t>dir</a:t>
            </a:r>
            <a:r>
              <a:rPr lang="en-US" dirty="0" smtClean="0"/>
              <a:t>&gt;</a:t>
            </a:r>
          </a:p>
          <a:p>
            <a:pPr lvl="2"/>
            <a:r>
              <a:rPr lang="en-US" dirty="0"/>
              <a:t>Payload: </a:t>
            </a:r>
            <a:r>
              <a:rPr lang="en-US" dirty="0" smtClean="0"/>
              <a:t>empty</a:t>
            </a:r>
          </a:p>
          <a:p>
            <a:pPr lvl="2"/>
            <a:r>
              <a:rPr lang="en-US" dirty="0" smtClean="0"/>
              <a:t>Response</a:t>
            </a:r>
            <a:r>
              <a:rPr lang="en-US" dirty="0"/>
              <a:t>: {“</a:t>
            </a:r>
            <a:r>
              <a:rPr lang="en-US" dirty="0" err="1"/>
              <a:t>startedOn</a:t>
            </a:r>
            <a:r>
              <a:rPr lang="en-US" dirty="0"/>
              <a:t>”: &lt;timestamp</a:t>
            </a:r>
            <a:r>
              <a:rPr lang="en-US" dirty="0" smtClean="0"/>
              <a:t>&gt;, “</a:t>
            </a:r>
            <a:r>
              <a:rPr lang="en-US" dirty="0" err="1" smtClean="0"/>
              <a:t>endedOn</a:t>
            </a:r>
            <a:r>
              <a:rPr lang="en-US" dirty="0" smtClean="0"/>
              <a:t>”: </a:t>
            </a:r>
            <a:r>
              <a:rPr lang="en-US" dirty="0"/>
              <a:t>&lt;timestamp</a:t>
            </a:r>
            <a:r>
              <a:rPr lang="en-US" dirty="0" smtClean="0"/>
              <a:t>&gt;}</a:t>
            </a:r>
          </a:p>
          <a:p>
            <a:pPr lvl="1"/>
            <a:r>
              <a:rPr lang="en-US" dirty="0" smtClean="0"/>
              <a:t>GET /watchers/all</a:t>
            </a:r>
            <a:endParaRPr lang="en-US" dirty="0"/>
          </a:p>
          <a:p>
            <a:pPr lvl="2"/>
            <a:r>
              <a:rPr lang="en-US" dirty="0"/>
              <a:t>Response: </a:t>
            </a:r>
            <a:r>
              <a:rPr lang="en-US" dirty="0" smtClean="0"/>
              <a:t>{“watchers”: [{“name”: “</a:t>
            </a:r>
            <a:r>
              <a:rPr lang="mr-IN" dirty="0" smtClean="0"/>
              <a:t>…</a:t>
            </a:r>
            <a:r>
              <a:rPr lang="en-US" dirty="0" smtClean="0"/>
              <a:t>”}], </a:t>
            </a:r>
            <a:r>
              <a:rPr lang="en-US" dirty="0" smtClean="0"/>
              <a:t>“time”: </a:t>
            </a:r>
            <a:r>
              <a:rPr lang="en-US" dirty="0"/>
              <a:t>&lt;timestamp</a:t>
            </a:r>
            <a:r>
              <a:rPr lang="en-US" dirty="0" smtClean="0"/>
              <a:t>&gt;}</a:t>
            </a:r>
          </a:p>
          <a:p>
            <a:pPr lvl="1"/>
            <a:r>
              <a:rPr lang="en-US" dirty="0"/>
              <a:t>GET /</a:t>
            </a:r>
            <a:r>
              <a:rPr lang="en-US" dirty="0" err="1" smtClean="0"/>
              <a:t>watchers?dir</a:t>
            </a:r>
            <a:r>
              <a:rPr lang="en-US" dirty="0" smtClean="0"/>
              <a:t>=&lt;</a:t>
            </a:r>
            <a:r>
              <a:rPr lang="en-US" dirty="0" err="1" smtClean="0"/>
              <a:t>dir</a:t>
            </a:r>
            <a:r>
              <a:rPr lang="en-US" dirty="0" smtClean="0"/>
              <a:t>&gt;</a:t>
            </a:r>
            <a:endParaRPr lang="en-US" dirty="0"/>
          </a:p>
          <a:p>
            <a:pPr lvl="2"/>
            <a:r>
              <a:rPr lang="en-US" dirty="0"/>
              <a:t>Response: </a:t>
            </a:r>
            <a:r>
              <a:rPr lang="en-US" dirty="0" smtClean="0"/>
              <a:t>{“</a:t>
            </a:r>
            <a:r>
              <a:rPr lang="en-US" dirty="0"/>
              <a:t>name”: “</a:t>
            </a:r>
            <a:r>
              <a:rPr lang="mr-IN" dirty="0"/>
              <a:t>…</a:t>
            </a:r>
            <a:r>
              <a:rPr lang="en-US" dirty="0" smtClean="0"/>
              <a:t>”, </a:t>
            </a:r>
            <a:r>
              <a:rPr lang="en-US" dirty="0" smtClean="0"/>
              <a:t>“changes”: [{“</a:t>
            </a:r>
            <a:r>
              <a:rPr lang="en-US" dirty="0" err="1" smtClean="0"/>
              <a:t>ts</a:t>
            </a:r>
            <a:r>
              <a:rPr lang="en-US" dirty="0" smtClean="0"/>
              <a:t>”: &lt;timestamp&gt;, “file”: “</a:t>
            </a:r>
            <a:r>
              <a:rPr lang="mr-IN" dirty="0" smtClean="0"/>
              <a:t>…</a:t>
            </a:r>
            <a:r>
              <a:rPr lang="en-US" dirty="0" smtClean="0"/>
              <a:t>”}]}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89028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01292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usiness Contrast 16x9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2D0870B-5333-4B89-B14A-85A8EA464D2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Business contrast presentation (widescreen)</Template>
  <TotalTime>0</TotalTime>
  <Words>295</Words>
  <Application>Microsoft Macintosh PowerPoint</Application>
  <PresentationFormat>Custom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Franklin Gothic Medium</vt:lpstr>
      <vt:lpstr>Mangal</vt:lpstr>
      <vt:lpstr>Wingdings</vt:lpstr>
      <vt:lpstr>Arial</vt:lpstr>
      <vt:lpstr>Business Contrast 16x9</vt:lpstr>
      <vt:lpstr>Node JS – Exercise </vt:lpstr>
      <vt:lpstr>Exercise 1</vt:lpstr>
      <vt:lpstr>Exercise 1</vt:lpstr>
      <vt:lpstr>Exercise 1 – HTTP API</vt:lpstr>
      <vt:lpstr>Thank You</vt:lpstr>
    </vt:vector>
  </TitlesOfParts>
  <LinksUpToDate>false</LinksUpToDate>
  <SharedDoc>false</SharedDoc>
  <HyperlinksChanged>false</HyperlinksChanged>
  <AppVersion>15.0039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cp:lastPrinted>2016-12-05T07:44:42Z</cp:lastPrinted>
  <dcterms:created xsi:type="dcterms:W3CDTF">2016-03-15T13:03:36Z</dcterms:created>
  <dcterms:modified xsi:type="dcterms:W3CDTF">2017-11-16T15:03:34Z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TC028952669991</vt:lpwstr>
  </property>
</Properties>
</file>