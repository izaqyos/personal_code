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2"/>
  </p:sldMasterIdLst>
  <p:notesMasterIdLst>
    <p:notesMasterId r:id="rId10"/>
  </p:notesMasterIdLst>
  <p:handoutMasterIdLst>
    <p:handoutMasterId r:id="rId11"/>
  </p:handoutMasterIdLst>
  <p:sldIdLst>
    <p:sldId id="256" r:id="rId3"/>
    <p:sldId id="322" r:id="rId4"/>
    <p:sldId id="326" r:id="rId5"/>
    <p:sldId id="324" r:id="rId6"/>
    <p:sldId id="330" r:id="rId7"/>
    <p:sldId id="327" r:id="rId8"/>
    <p:sldId id="277" r:id="rId9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8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266" autoAdjust="0"/>
    <p:restoredTop sz="94660"/>
  </p:normalViewPr>
  <p:slideViewPr>
    <p:cSldViewPr showGuides="1">
      <p:cViewPr varScale="1">
        <p:scale>
          <a:sx n="128" d="100"/>
          <a:sy n="128" d="100"/>
        </p:scale>
        <p:origin x="1136" y="176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CE221E-83ED-4F6C-BA5F-3F9E6FDB6953}" type="datetimeFigureOut">
              <a:rPr lang="en-US"/>
              <a:t>3/19/19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4CBEF8-5CDE-472B-839B-B8BB0C8810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632892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853E5F-CE67-483C-A264-F17AC70E9CA2}" type="datetimeFigureOut">
              <a:rPr lang="en-US"/>
              <a:t>3/19/19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B98AFB-CB0D-4DFE-87B9-B4B0D0DE73C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12805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214" y="533400"/>
            <a:ext cx="5029200" cy="251460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212" y="3403600"/>
            <a:ext cx="5029201" cy="1397000"/>
          </a:xfrm>
        </p:spPr>
        <p:txBody>
          <a:bodyPr>
            <a:normAutofit/>
          </a:bodyPr>
          <a:lstStyle>
            <a:lvl1pPr marL="0" indent="0" algn="l">
              <a:spcBef>
                <a:spcPts val="600"/>
              </a:spcBef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3/19/19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64752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3/19/19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29153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5214" y="533400"/>
            <a:ext cx="8686800" cy="2286000"/>
          </a:xfrm>
        </p:spPr>
        <p:txBody>
          <a:bodyPr anchor="b">
            <a:normAutofit/>
          </a:bodyPr>
          <a:lstStyle>
            <a:lvl1pPr algn="l">
              <a:defRPr sz="5400" b="1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4" y="3124200"/>
            <a:ext cx="8686800" cy="1371600"/>
          </a:xfrm>
        </p:spPr>
        <p:txBody>
          <a:bodyPr anchor="t">
            <a:normAutofit/>
          </a:bodyPr>
          <a:lstStyle>
            <a:lvl1pPr marL="0" indent="0">
              <a:spcBef>
                <a:spcPts val="600"/>
              </a:spcBef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3/19/19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1331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5212" y="1828800"/>
            <a:ext cx="4251960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64598" y="1828800"/>
            <a:ext cx="4251960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3/19/19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13709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3" y="1828799"/>
            <a:ext cx="4251960" cy="685801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5213" y="2590800"/>
            <a:ext cx="4251960" cy="3429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500053" y="1828799"/>
            <a:ext cx="4251960" cy="685801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00053" y="2590800"/>
            <a:ext cx="4251960" cy="3429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3/19/19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00784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3/19/19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07158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3/19/19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41531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5213" y="533400"/>
            <a:ext cx="4114800" cy="1524000"/>
          </a:xfrm>
        </p:spPr>
        <p:txBody>
          <a:bodyPr anchor="b">
            <a:normAutofit/>
          </a:bodyPr>
          <a:lstStyle>
            <a:lvl1pPr algn="l">
              <a:defRPr sz="3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65813" y="533400"/>
            <a:ext cx="5867400" cy="5486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2209800"/>
            <a:ext cx="4114800" cy="38100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3/19/19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01711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5213" y="533400"/>
            <a:ext cx="4114800" cy="1524000"/>
          </a:xfrm>
        </p:spPr>
        <p:txBody>
          <a:bodyPr anchor="b">
            <a:noAutofit/>
          </a:bodyPr>
          <a:lstStyle>
            <a:lvl1pPr algn="l">
              <a:defRPr sz="3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865812" y="533400"/>
            <a:ext cx="5780173" cy="5791200"/>
          </a:xfrm>
          <a:ln w="50800">
            <a:solidFill>
              <a:schemeClr val="tx1">
                <a:lumMod val="65000"/>
                <a:lumOff val="3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2209800"/>
            <a:ext cx="4114800" cy="38100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19608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3/19/19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8093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61412" y="533400"/>
            <a:ext cx="2362201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5213" y="533400"/>
            <a:ext cx="7467599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3/19/19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8244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5212" y="533400"/>
            <a:ext cx="8686801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2" y="1828800"/>
            <a:ext cx="8686801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32612" y="6155267"/>
            <a:ext cx="1371600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3E0FA9E5-6744-4841-888F-9E7CC0C2B7EC}" type="datetimeFigureOut">
              <a:rPr lang="en-US"/>
              <a:pPr/>
              <a:t>3/19/19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5213" y="6155267"/>
            <a:ext cx="5653087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2812" y="6155267"/>
            <a:ext cx="12192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AAEAE4A8-A6E5-453E-B946-FB774B73F48C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97054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7724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96012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09728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23444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37160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50876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64592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39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npmtrends.com/fastify-vs-restify-vs-koa-vs-hapi-vs-sails-vs-loopback-vs-@nestjs/core-vs-@loopback/cli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npmtrends.com/express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estjs/nest/tree/master/benchmarks" TargetMode="External"/><Relationship Id="rId2" Type="http://schemas.openxmlformats.org/officeDocument/2006/relationships/hyperlink" Target="https://www.fastify.io/benchmark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github.com/nestjs/nest/tree/master/benchmark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cotch.io/bar-talk/10-node-frameworks-to-use-in-2019" TargetMode="External"/><Relationship Id="rId2" Type="http://schemas.openxmlformats.org/officeDocument/2006/relationships/hyperlink" Target="http://nodeframework.com/index.html#home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nodeframework.com/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214" y="533400"/>
            <a:ext cx="6613374" cy="2514601"/>
          </a:xfrm>
        </p:spPr>
        <p:txBody>
          <a:bodyPr/>
          <a:lstStyle/>
          <a:p>
            <a:r>
              <a:rPr lang="en-US" dirty="0"/>
              <a:t>Node.js </a:t>
            </a:r>
            <a:br>
              <a:rPr lang="en-US" dirty="0"/>
            </a:br>
            <a:r>
              <a:rPr lang="en-US" dirty="0"/>
              <a:t>Frameworks</a:t>
            </a:r>
            <a:br>
              <a:rPr lang="en-US" dirty="0"/>
            </a:br>
            <a:endParaRPr lang="en-US" sz="4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212" y="3403600"/>
            <a:ext cx="6973416" cy="1397000"/>
          </a:xfrm>
        </p:spPr>
        <p:txBody>
          <a:bodyPr>
            <a:normAutofit/>
          </a:bodyPr>
          <a:lstStyle/>
          <a:p>
            <a:r>
              <a:rPr lang="en-US" dirty="0"/>
              <a:t>Amir Yahalom, SAP.</a:t>
            </a:r>
          </a:p>
        </p:txBody>
      </p:sp>
    </p:spTree>
    <p:extLst>
      <p:ext uri="{BB962C8B-B14F-4D97-AF65-F5344CB8AC3E}">
        <p14:creationId xmlns:p14="http://schemas.microsoft.com/office/powerpoint/2010/main" val="1493259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Comparison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9DB004-BD35-7949-9207-F6006461EA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87" y="1844824"/>
            <a:ext cx="10604649" cy="4845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816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Express</a:t>
            </a:r>
            <a:r>
              <a:rPr lang="en-US" dirty="0"/>
              <a:t> usage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962BA5-947B-A141-96F1-EA00690627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958" y="1700808"/>
            <a:ext cx="10558908" cy="4919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466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5212" y="1828800"/>
            <a:ext cx="10213776" cy="4768552"/>
          </a:xfrm>
        </p:spPr>
        <p:txBody>
          <a:bodyPr>
            <a:normAutofit/>
          </a:bodyPr>
          <a:lstStyle/>
          <a:p>
            <a:r>
              <a:rPr lang="en-US" dirty="0">
                <a:hlinkClick r:id="rId2"/>
              </a:rPr>
              <a:t>HTTP benchmarks by fastify</a:t>
            </a:r>
            <a:endParaRPr lang="en-US" dirty="0">
              <a:hlinkClick r:id="rId3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9273DE-1D23-7C45-9BA5-EF04F76C42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8468" y="1066800"/>
            <a:ext cx="4993844" cy="5445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028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5212" y="1828800"/>
            <a:ext cx="10213776" cy="4768552"/>
          </a:xfrm>
        </p:spPr>
        <p:txBody>
          <a:bodyPr>
            <a:normAutofit/>
          </a:bodyPr>
          <a:lstStyle/>
          <a:p>
            <a:r>
              <a:rPr lang="en-US" dirty="0">
                <a:hlinkClick r:id="rId2"/>
              </a:rPr>
              <a:t>Nest.js benchmarks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DC6A50-8099-9549-90D1-F273B032EC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812" y="2708920"/>
            <a:ext cx="3918627" cy="35056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1C0213-7000-A441-BDEA-12E251A2AF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2364" y="1600200"/>
            <a:ext cx="5102796" cy="4560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122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9903A-9369-F146-840B-2635833C5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481C75-1645-8E44-B4CD-D839BA38A2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Node Frameworks</a:t>
            </a:r>
            <a:endParaRPr lang="en-US" dirty="0"/>
          </a:p>
          <a:p>
            <a:r>
              <a:rPr lang="en-US" dirty="0">
                <a:hlinkClick r:id="rId3"/>
              </a:rPr>
              <a:t>Frameworks overview</a:t>
            </a:r>
            <a:endParaRPr lang="en-US" dirty="0">
              <a:hlinkClick r:id="rId4"/>
            </a:endParaRP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0018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801292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usiness Contrast 16x9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F2D0870B-5333-4B89-B14A-85A8EA464D2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Business contrast presentation (widescreen)</Template>
  <TotalTime>0</TotalTime>
  <Words>28</Words>
  <Application>Microsoft Macintosh PowerPoint</Application>
  <PresentationFormat>Custom</PresentationFormat>
  <Paragraphs>12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Franklin Gothic Medium</vt:lpstr>
      <vt:lpstr>Business Contrast 16x9</vt:lpstr>
      <vt:lpstr>Node.js  Frameworks </vt:lpstr>
      <vt:lpstr>Comparison</vt:lpstr>
      <vt:lpstr>Express usage</vt:lpstr>
      <vt:lpstr>Comparison</vt:lpstr>
      <vt:lpstr>Comparison</vt:lpstr>
      <vt:lpstr>Links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cp:lastPrinted>2016-12-05T07:44:42Z</cp:lastPrinted>
  <dcterms:created xsi:type="dcterms:W3CDTF">2016-03-15T13:03:36Z</dcterms:created>
  <dcterms:modified xsi:type="dcterms:W3CDTF">2019-03-18T23:12:27Z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TC028952669991</vt:lpwstr>
  </property>
</Properties>
</file>